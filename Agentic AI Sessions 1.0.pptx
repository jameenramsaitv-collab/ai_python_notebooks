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2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26D1-6D79-11EF-B072-FB8425FF9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AFA98-922B-AD04-727D-D358EE158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81C6E-CEB9-B960-047A-164769957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5B640-AC88-F6E5-46B1-BBCB27E1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D2DF-D0B8-1349-8F9E-BBD0BF85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6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EB0C6-E301-CDE3-B013-DEA561827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0D0BA-A5AA-037C-DF19-2B5678301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BFA16-10F5-C377-7E55-0F367CA05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A1644-B848-198D-050A-0183E5620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4F97C-9714-7CAA-DF4B-CBA33A774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50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3570-2594-5027-EBFD-EC6333E02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EA04C-425D-FCC5-7168-487C539C3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24624-8F60-4025-88D4-24E8CF4A1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2B14-B9D5-436C-F73B-DE0E71DD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39430-D7C0-B132-6058-C4C30D77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56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7486D-5051-9312-31B7-644876C1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F6650-3E8B-5347-F473-6DC7BF1EC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B6301-BF5F-B2E6-B03F-4DA80CBD3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45C5E-E6FD-D396-821A-5F2EEE54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404C4-AEC7-1355-6B33-188575AD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89EB4-013C-621A-3C6E-700D02E6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200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E8EB-877D-56B5-E8D6-CD820D0A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355F7-E30F-FB39-3FD5-F8D358BF7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30F6E0-117D-FEA3-7FBA-085E2818D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6354-F644-9B1F-F4EB-09660F0403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D2DF1-307A-4A81-5063-095761D200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DF141-A411-416D-B503-E7E1EB1D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D96AC-532A-DE60-25CF-4235ED69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7163-3DE9-24C5-2D89-DBEE319D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099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833B-A6C3-17A2-BC28-ED3DD86C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50D3B-04F2-62E9-E118-83651C84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22DF8-9531-2CDF-1BFB-AD54B688E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F2DF7-B74D-DB77-E540-BD522B91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6965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5DD539-228A-9044-7BE5-43A6B4DC2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810C5-FB52-B321-5735-30305E24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7BA5-C56A-001D-8CD8-A61F7ECE2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42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1965-02A1-1441-1FA7-D7B48A52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972C4-1918-71E7-A324-4EC72819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6BF7A-465B-8274-713C-E90822E26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545F-5359-A4EE-BDD7-88AA4A96C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8257E-3126-4880-EEDB-884886FF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4DFBE-2408-1D70-016E-00F05E58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6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BC112-0013-CA8B-828D-BB4C813E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311042-1BAF-90FE-A44B-2BC8511FF3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E5BC3-9352-83CF-D636-261920B39F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635E2-ADCC-BE69-1C27-73C1837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B0A75-19C1-06EE-2495-95A9D18E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678C0-515E-5CFF-D25A-3DF84709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18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3EDB-56E6-9926-974F-DB99ACCD8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BC413-6ABD-40F1-3F3D-FB3CBD2B5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08190-1929-C022-A917-E85B9672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5D292-97D5-9600-EFB8-F55610B19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8AF68-3F0C-FF8F-6700-70423C13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1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38FB3-1113-E1F0-B110-F5DDDE589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A68644-9A8A-B3B9-14F2-66CBD5CDA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3823B-BF5E-1607-801A-EDB02A6C2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54FB-320E-99C1-D0BB-35D8B8A82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D3211-5D07-A4A8-9C20-768C6A4A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425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F5B2CD-94C7-8856-89B3-D8A74AB7B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2E55E-7EB2-2D70-642F-374FD7A9A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326DE-5AB6-46CF-C353-84BAA9A59B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73959-F5F3-471B-B291-E337C5ED3EC8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CC6F-CFE2-6080-76F6-335D822B7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3FBEB-5A3C-9CDD-5B4C-6820A29F3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94678-38D6-45DB-94C0-E98F475E5E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nthropic.skilljar.com/claude-101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thropic.skilljar.com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decademy.com/article/prompt-engineering-101-understanding-zero-shot-one-shot-and-few-sho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7884E9-C30E-0BB7-2881-F3B4CC0A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7DEF6-0026-1648-4AF2-1FFDEDD94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600"/>
              <a:t>1. LLM Models intro</a:t>
            </a:r>
          </a:p>
          <a:p>
            <a:pPr marL="0" indent="0">
              <a:buNone/>
            </a:pPr>
            <a:r>
              <a:rPr lang="en-IN" sz="2600"/>
              <a:t>2. Prompt Engineering</a:t>
            </a:r>
          </a:p>
          <a:p>
            <a:pPr marL="0" indent="0">
              <a:buNone/>
            </a:pPr>
            <a:r>
              <a:rPr lang="en-IN" sz="2600"/>
              <a:t>3. VS Code, GitHub</a:t>
            </a:r>
          </a:p>
          <a:p>
            <a:pPr marL="0" indent="0">
              <a:buNone/>
            </a:pPr>
            <a:r>
              <a:rPr lang="en-IN" sz="2600"/>
              <a:t>4. Working with Popular models</a:t>
            </a:r>
          </a:p>
          <a:p>
            <a:pPr marL="0" indent="0">
              <a:buNone/>
            </a:pPr>
            <a:r>
              <a:rPr lang="en-IN" sz="2600"/>
              <a:t>5. Example use cases with AI</a:t>
            </a:r>
          </a:p>
          <a:p>
            <a:pPr marL="0" indent="0">
              <a:buNone/>
            </a:pPr>
            <a:r>
              <a:rPr lang="en-IN" sz="2600"/>
              <a:t>6. CLI, Workflow, Skills and other techniques</a:t>
            </a:r>
          </a:p>
          <a:p>
            <a:pPr marL="0" indent="0">
              <a:buNone/>
            </a:pPr>
            <a:r>
              <a:rPr lang="en-IN" sz="2600"/>
              <a:t>7. RAG</a:t>
            </a:r>
          </a:p>
          <a:p>
            <a:pPr marL="0" indent="0">
              <a:buNone/>
            </a:pPr>
            <a:r>
              <a:rPr lang="en-IN" sz="2600"/>
              <a:t>8. Deep dive use cases building real apps</a:t>
            </a:r>
          </a:p>
          <a:p>
            <a:pPr marL="0" indent="0">
              <a:buNone/>
            </a:pPr>
            <a:r>
              <a:rPr lang="en-IN" sz="2600"/>
              <a:t>9. Using Python and API mode using SDK</a:t>
            </a:r>
          </a:p>
          <a:p>
            <a:pPr marL="0" indent="0">
              <a:buNone/>
            </a:pPr>
            <a:r>
              <a:rPr lang="en-IN" sz="2600"/>
              <a:t>10. MCP Server</a:t>
            </a:r>
          </a:p>
          <a:p>
            <a:pPr marL="0" indent="0">
              <a:buNone/>
            </a:pPr>
            <a:r>
              <a:rPr lang="en-IN" sz="2600"/>
              <a:t>11. Building Agentic flow</a:t>
            </a:r>
          </a:p>
        </p:txBody>
      </p:sp>
    </p:spTree>
    <p:extLst>
      <p:ext uri="{BB962C8B-B14F-4D97-AF65-F5344CB8AC3E}">
        <p14:creationId xmlns:p14="http://schemas.microsoft.com/office/powerpoint/2010/main" val="2246914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EFE88-CE5F-999F-F66D-706E7E81E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89" y="4883544"/>
            <a:ext cx="3876086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Entry points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89" y="0"/>
            <a:ext cx="11231745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B8E63E-F360-EBF4-C8FB-F4CE39D081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78"/>
          <a:stretch>
            <a:fillRect/>
          </a:stretch>
        </p:blipFill>
        <p:spPr>
          <a:xfrm>
            <a:off x="959205" y="364142"/>
            <a:ext cx="10369645" cy="386799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01107" y="5661132"/>
            <a:ext cx="146304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E718C-1F65-AD80-FA6F-A78BA0EB2735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https://anthropic.skilljar.com/claude-101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https://anthropic.skilljar.com/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377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C77C3B-2AF3-574B-8CA3-A93E86C5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API Demo</a:t>
            </a:r>
          </a:p>
        </p:txBody>
      </p:sp>
    </p:spTree>
    <p:extLst>
      <p:ext uri="{BB962C8B-B14F-4D97-AF65-F5344CB8AC3E}">
        <p14:creationId xmlns:p14="http://schemas.microsoft.com/office/powerpoint/2010/main" val="258384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E4085-3EB1-298A-379A-D1FF6B73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2ECA9-58A3-6DC0-1AA4-78422190C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Prompt Engineering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69194-D907-49DB-FC4E-BD72C1C1F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5"/>
            <a:ext cx="6906491" cy="1011988"/>
          </a:xfrm>
        </p:spPr>
        <p:txBody>
          <a:bodyPr anchor="ctr">
            <a:normAutofit fontScale="92500" lnSpcReduction="20000"/>
          </a:bodyPr>
          <a:lstStyle/>
          <a:p>
            <a:r>
              <a:rPr lang="en-US" dirty="0">
                <a:hlinkClick r:id="rId2"/>
              </a:rPr>
              <a:t>https://www.codecademy.com/article/prompt-engineering-101-understanding-zero-shot-one-shot-and-few-shot</a:t>
            </a:r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1DDB6-B53A-1E74-C288-73D675240476}"/>
              </a:ext>
            </a:extLst>
          </p:cNvPr>
          <p:cNvSpPr txBox="1"/>
          <p:nvPr/>
        </p:nvSpPr>
        <p:spPr>
          <a:xfrm>
            <a:off x="4641599" y="1674674"/>
            <a:ext cx="60970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Classify the following statements as Positive or Negative</a:t>
            </a:r>
          </a:p>
          <a:p>
            <a:endParaRPr lang="en-IN" dirty="0"/>
          </a:p>
          <a:p>
            <a:r>
              <a:rPr lang="en-IN" dirty="0"/>
              <a:t>1. I liked the Movie</a:t>
            </a:r>
          </a:p>
          <a:p>
            <a:r>
              <a:rPr lang="en-IN" dirty="0"/>
              <a:t>2. The food at the restaurant tasted bad</a:t>
            </a:r>
          </a:p>
          <a:p>
            <a:r>
              <a:rPr lang="en-IN" dirty="0"/>
              <a:t>3. We visited the Movie and I got excited when the Closing credits appeared finally</a:t>
            </a:r>
          </a:p>
        </p:txBody>
      </p:sp>
    </p:spTree>
    <p:extLst>
      <p:ext uri="{BB962C8B-B14F-4D97-AF65-F5344CB8AC3E}">
        <p14:creationId xmlns:p14="http://schemas.microsoft.com/office/powerpoint/2010/main" val="331278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142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Agenda</vt:lpstr>
      <vt:lpstr>Entry points</vt:lpstr>
      <vt:lpstr>API Demo</vt:lpstr>
      <vt:lpstr>Prompt Engineering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Jameen Ramsait</dc:creator>
  <cp:lastModifiedBy>Jameen Ramsait</cp:lastModifiedBy>
  <cp:revision>15</cp:revision>
  <dcterms:created xsi:type="dcterms:W3CDTF">2026-09-26T12:09:43Z</dcterms:created>
  <dcterms:modified xsi:type="dcterms:W3CDTF">2026-09-27T06:48:06Z</dcterms:modified>
</cp:coreProperties>
</file>