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  <p:sldId id="261" r:id="rId5"/>
    <p:sldId id="263" r:id="rId6"/>
    <p:sldId id="264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26D1-6D79-11EF-B072-FB8425FF9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AFA98-922B-AD04-727D-D358EE158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1C6E-CEB9-B960-047A-16476995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5B640-AC88-F6E5-46B1-BBCB27E1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D2DF-D0B8-1349-8F9E-BBD0BF85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96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B0C6-E301-CDE3-B013-DEA56182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D0BA-A5AA-037C-DF19-2B5678301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BFA16-10F5-C377-7E55-0F367CA0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A1644-B848-198D-050A-0183E562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4F97C-9714-7CAA-DF4B-CBA33A77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0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3570-2594-5027-EBFD-EC6333E0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EA04C-425D-FCC5-7168-487C539C3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24624-8F60-4025-88D4-24E8CF4A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2B14-B9D5-436C-F73B-DE0E71DD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9430-D7C0-B132-6058-C4C30D77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6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486D-5051-9312-31B7-644876C1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6650-3E8B-5347-F473-6DC7BF1EC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B6301-BF5F-B2E6-B03F-4DA80CBD3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45C5E-E6FD-D396-821A-5F2EEE54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404C4-AEC7-1355-6B33-188575AD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89EB4-013C-621A-3C6E-700D02E6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0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6E8EB-877D-56B5-E8D6-CD820D0A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355F7-E30F-FB39-3FD5-F8D358BF7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0F6E0-117D-FEA3-7FBA-085E2818D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D6354-F644-9B1F-F4EB-09660F040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D2DF1-307A-4A81-5063-095761D20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DF141-A411-416D-B503-E7E1EB1D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D96AC-532A-DE60-25CF-4235ED69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7163-3DE9-24C5-2D89-DBEE319D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9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833B-A6C3-17A2-BC28-ED3DD86C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50D3B-04F2-62E9-E118-83651C84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22DF8-9531-2CDF-1BFB-AD54B688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F2DF7-B74D-DB77-E540-BD522B91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96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D539-228A-9044-7BE5-43A6B4DC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810C5-FB52-B321-5735-30305E24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7BA5-C56A-001D-8CD8-A61F7ECE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42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1965-02A1-1441-1FA7-D7B48A52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72C4-1918-71E7-A324-4EC72819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BF7A-465B-8274-713C-E90822E26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545F-5359-A4EE-BDD7-88AA4A96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8257E-3126-4880-EEDB-884886FF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4DFBE-2408-1D70-016E-00F05E58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C112-0013-CA8B-828D-BB4C813E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11042-1BAF-90FE-A44B-2BC8511FF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E5BC3-9352-83CF-D636-261920B39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635E2-ADCC-BE69-1C27-73C1837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B0A75-19C1-06EE-2495-95A9D18E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678C0-515E-5CFF-D25A-3DF84709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21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3EDB-56E6-9926-974F-DB99ACCD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BC413-6ABD-40F1-3F3D-FB3CBD2B5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8190-1929-C022-A917-E85B9672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5D292-97D5-9600-EFB8-F55610B1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8AF68-3F0C-FF8F-6700-70423C13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1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38FB3-1113-E1F0-B110-F5DDDE589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68644-9A8A-B3B9-14F2-66CBD5CDA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3823B-BF5E-1607-801A-EDB02A6C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54FB-320E-99C1-D0BB-35D8B8A8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D3211-5D07-A4A8-9C20-768C6A4A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42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5B2CD-94C7-8856-89B3-D8A74AB7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2E55E-7EB2-2D70-642F-374FD7A9A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326DE-5AB6-46CF-C353-84BAA9A59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73959-F5F3-471B-B291-E337C5ED3EC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CC6F-CFE2-6080-76F6-335D822B7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3FBEB-5A3C-9CDD-5B4C-6820A29F3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nthropic.skilljar.com/claude-10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thropic.skilljar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decademy.com/article/prompt-engineering-101-understanding-zero-shot-one-shot-and-few-sho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nthropic.skilljar.com/claude-with-the-anthropic-ap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nthropic.skilljar.com/claude-with-the-anthropic-api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schmid.de/agentic-pattern" TargetMode="External"/><Relationship Id="rId2" Type="http://schemas.openxmlformats.org/officeDocument/2006/relationships/hyperlink" Target="https://docs.cloud.google.com/architecture/choose-design-pattern-agentic-ai-syste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sources.anthropic.com/hubfs/Building%20Effective%20AI%20Agents-%20Architecture%20Patterns%20and%20Implementation%20Frameworks.pdf" TargetMode="External"/><Relationship Id="rId4" Type="http://schemas.openxmlformats.org/officeDocument/2006/relationships/hyperlink" Target="https://www.anthropic.com/engineering/building-effective-agent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884E9-C30E-0BB7-2881-F3B4CC0A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7DEF6-0026-1648-4AF2-1FFDEDD94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600"/>
              <a:t>1. LLM Models intro</a:t>
            </a:r>
          </a:p>
          <a:p>
            <a:pPr marL="0" indent="0">
              <a:buNone/>
            </a:pPr>
            <a:r>
              <a:rPr lang="en-IN" sz="2600"/>
              <a:t>2. Prompt Engineering</a:t>
            </a:r>
          </a:p>
          <a:p>
            <a:pPr marL="0" indent="0">
              <a:buNone/>
            </a:pPr>
            <a:r>
              <a:rPr lang="en-IN" sz="2600"/>
              <a:t>3. VS Code, GitHub</a:t>
            </a:r>
          </a:p>
          <a:p>
            <a:pPr marL="0" indent="0">
              <a:buNone/>
            </a:pPr>
            <a:r>
              <a:rPr lang="en-IN" sz="2600"/>
              <a:t>4. Working with Popular models</a:t>
            </a:r>
          </a:p>
          <a:p>
            <a:pPr marL="0" indent="0">
              <a:buNone/>
            </a:pPr>
            <a:r>
              <a:rPr lang="en-IN" sz="2600"/>
              <a:t>5. Example use cases with AI</a:t>
            </a:r>
          </a:p>
          <a:p>
            <a:pPr marL="0" indent="0">
              <a:buNone/>
            </a:pPr>
            <a:r>
              <a:rPr lang="en-IN" sz="2600"/>
              <a:t>6. CLI, Workflow, Skills and other techniques</a:t>
            </a:r>
          </a:p>
          <a:p>
            <a:pPr marL="0" indent="0">
              <a:buNone/>
            </a:pPr>
            <a:r>
              <a:rPr lang="en-IN" sz="2600"/>
              <a:t>7. RAG</a:t>
            </a:r>
          </a:p>
          <a:p>
            <a:pPr marL="0" indent="0">
              <a:buNone/>
            </a:pPr>
            <a:r>
              <a:rPr lang="en-IN" sz="2600"/>
              <a:t>8. Deep dive use cases building real apps</a:t>
            </a:r>
          </a:p>
          <a:p>
            <a:pPr marL="0" indent="0">
              <a:buNone/>
            </a:pPr>
            <a:r>
              <a:rPr lang="en-IN" sz="2600"/>
              <a:t>9. Using Python and API mode using SDK</a:t>
            </a:r>
          </a:p>
          <a:p>
            <a:pPr marL="0" indent="0">
              <a:buNone/>
            </a:pPr>
            <a:r>
              <a:rPr lang="en-IN" sz="2600"/>
              <a:t>10. MCP Server</a:t>
            </a:r>
          </a:p>
          <a:p>
            <a:pPr marL="0" indent="0">
              <a:buNone/>
            </a:pPr>
            <a:r>
              <a:rPr lang="en-IN" sz="2600"/>
              <a:t>11. Building Agentic flow</a:t>
            </a:r>
          </a:p>
        </p:txBody>
      </p:sp>
    </p:spTree>
    <p:extLst>
      <p:ext uri="{BB962C8B-B14F-4D97-AF65-F5344CB8AC3E}">
        <p14:creationId xmlns:p14="http://schemas.microsoft.com/office/powerpoint/2010/main" val="224691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EFE88-CE5F-999F-F66D-706E7E81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Entry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8E63E-F360-EBF4-C8FB-F4CE39D08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8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E718C-1F65-AD80-FA6F-A78BA0EB2735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https://anthropic.skilljar.com/claude-101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https://anthropic.skilljar.com/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7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77C3B-2AF3-574B-8CA3-A93E86C5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API Demo</a:t>
            </a:r>
          </a:p>
        </p:txBody>
      </p:sp>
    </p:spTree>
    <p:extLst>
      <p:ext uri="{BB962C8B-B14F-4D97-AF65-F5344CB8AC3E}">
        <p14:creationId xmlns:p14="http://schemas.microsoft.com/office/powerpoint/2010/main" val="258384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E4085-3EB1-298A-379A-D1FF6B73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2ECA9-58A3-6DC0-1AA4-78422190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Prompt Engineering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9194-D907-49DB-FC4E-BD72C1C1F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5"/>
            <a:ext cx="6906491" cy="101198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https://www.codecademy.com/article/prompt-engineering-101-understanding-zero-shot-one-shot-and-few-shot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1DDB6-B53A-1E74-C288-73D675240476}"/>
              </a:ext>
            </a:extLst>
          </p:cNvPr>
          <p:cNvSpPr txBox="1"/>
          <p:nvPr/>
        </p:nvSpPr>
        <p:spPr>
          <a:xfrm>
            <a:off x="4641599" y="1674674"/>
            <a:ext cx="60970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Classify the following statements as Positive or Negative</a:t>
            </a:r>
          </a:p>
          <a:p>
            <a:endParaRPr lang="en-IN" dirty="0"/>
          </a:p>
          <a:p>
            <a:r>
              <a:rPr lang="en-IN" dirty="0"/>
              <a:t>1. I liked the Movie</a:t>
            </a:r>
          </a:p>
          <a:p>
            <a:r>
              <a:rPr lang="en-IN" dirty="0"/>
              <a:t>2. The food at the restaurant tasted bad</a:t>
            </a:r>
          </a:p>
          <a:p>
            <a:r>
              <a:rPr lang="en-IN" dirty="0"/>
              <a:t>3. We visited the Movie and I got excited when the Closing credits appeared finally</a:t>
            </a:r>
          </a:p>
        </p:txBody>
      </p:sp>
    </p:spTree>
    <p:extLst>
      <p:ext uri="{BB962C8B-B14F-4D97-AF65-F5344CB8AC3E}">
        <p14:creationId xmlns:p14="http://schemas.microsoft.com/office/powerpoint/2010/main" val="331278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55D00-39E7-0F76-345B-D1F52FCB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9C1FC-B530-32F0-06D2-CF6B20760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hlinkClick r:id="rId2"/>
              </a:rPr>
              <a:t>https://anthropic.skilljar.com/claude-with-the-anthropic-api</a:t>
            </a:r>
            <a:endParaRPr lang="en-US" dirty="0"/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84969F-790F-39FF-66F1-8ABD742C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MCP</a:t>
            </a:r>
          </a:p>
        </p:txBody>
      </p:sp>
    </p:spTree>
    <p:extLst>
      <p:ext uri="{BB962C8B-B14F-4D97-AF65-F5344CB8AC3E}">
        <p14:creationId xmlns:p14="http://schemas.microsoft.com/office/powerpoint/2010/main" val="320904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861D-E809-491E-8AE3-F19D8A5B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D93C-0283-1B11-E1C2-328793847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hlinkClick r:id="rId2"/>
              </a:rPr>
              <a:t>https://anthropic.skilljar.com/claude-with-the-anthropic-api</a:t>
            </a:r>
            <a:endParaRPr lang="en-US" dirty="0"/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5F4672-1ABA-30E5-9E6F-E66ABF46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91387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EAF97-1D48-5590-BFB1-59CAFD8D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Agentic AI Patterns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1F376-CCC6-3EB6-3EC9-EDADF021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hlinkClick r:id="rId2"/>
              </a:rPr>
              <a:t>https://docs.cloud.google.com/architecture/choose-design-pattern-agentic-ai-system</a:t>
            </a:r>
            <a:endParaRPr lang="en-US" dirty="0"/>
          </a:p>
          <a:p>
            <a:r>
              <a:rPr lang="en-US" dirty="0"/>
              <a:t>Gemini with Python:		</a:t>
            </a:r>
            <a:r>
              <a:rPr lang="en-US" dirty="0">
                <a:hlinkClick r:id="rId3"/>
              </a:rPr>
              <a:t>https://www.philschmid.de/agentic-pattern</a:t>
            </a:r>
            <a:endParaRPr lang="en-US" dirty="0"/>
          </a:p>
          <a:p>
            <a:r>
              <a:rPr lang="en-US" dirty="0">
                <a:hlinkClick r:id="rId4"/>
              </a:rPr>
              <a:t>https://www.anthropic.com/engineering/building-effective-agents</a:t>
            </a:r>
            <a:endParaRPr lang="en-US" dirty="0"/>
          </a:p>
          <a:p>
            <a:r>
              <a:rPr lang="en-US" dirty="0">
                <a:hlinkClick r:id="rId5"/>
              </a:rPr>
              <a:t>https://resources.anthropic.com/hubfs/Building%20Effective%20AI%20Agents-%20Architecture%20Patterns%20and%20Implementation%20Frameworks.pdf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746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3B1D92-96E6-145F-0FF5-27E9CD3F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538" y="841317"/>
            <a:ext cx="8922989" cy="59486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5D26DE-933F-28EA-C89C-32413591E5A9}"/>
              </a:ext>
            </a:extLst>
          </p:cNvPr>
          <p:cNvSpPr txBox="1"/>
          <p:nvPr/>
        </p:nvSpPr>
        <p:spPr>
          <a:xfrm>
            <a:off x="634561" y="62630"/>
            <a:ext cx="10457236" cy="778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IN" b="1" dirty="0"/>
              <a:t>Authentication</a:t>
            </a:r>
            <a:r>
              <a:rPr lang="en-IN" dirty="0"/>
              <a:t> – Validating </a:t>
            </a:r>
            <a:r>
              <a:rPr lang="en-IN" b="1" dirty="0"/>
              <a:t>your identity</a:t>
            </a:r>
            <a:r>
              <a:rPr lang="en-IN" dirty="0"/>
              <a:t> → </a:t>
            </a:r>
            <a:r>
              <a:rPr lang="en-IN" i="1" dirty="0"/>
              <a:t>“Who are you?”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Authorization</a:t>
            </a:r>
            <a:r>
              <a:rPr lang="en-IN" dirty="0"/>
              <a:t> – Validating </a:t>
            </a:r>
            <a:r>
              <a:rPr lang="en-IN" b="1" dirty="0"/>
              <a:t>your access/permissions</a:t>
            </a:r>
            <a:r>
              <a:rPr lang="en-IN" dirty="0"/>
              <a:t> → </a:t>
            </a:r>
            <a:r>
              <a:rPr lang="en-IN" i="1" dirty="0"/>
              <a:t>“What are you allowed to do?”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803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262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Agenda</vt:lpstr>
      <vt:lpstr>Entry points</vt:lpstr>
      <vt:lpstr>API Demo</vt:lpstr>
      <vt:lpstr>Prompt Engineering</vt:lpstr>
      <vt:lpstr>Tools &amp; MCP</vt:lpstr>
      <vt:lpstr>RAG</vt:lpstr>
      <vt:lpstr>Agentic AI Patterns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Jameen Ramsait</dc:creator>
  <cp:lastModifiedBy>Jameen Ramsait</cp:lastModifiedBy>
  <cp:revision>16</cp:revision>
  <dcterms:created xsi:type="dcterms:W3CDTF">2026-09-26T12:09:43Z</dcterms:created>
  <dcterms:modified xsi:type="dcterms:W3CDTF">2026-10-09T13:12:12Z</dcterms:modified>
</cp:coreProperties>
</file>